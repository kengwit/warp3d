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28"/>
    <p:restoredTop sz="94658"/>
  </p:normalViewPr>
  <p:slideViewPr>
    <p:cSldViewPr snapToGrid="0" snapToObjects="1">
      <p:cViewPr varScale="1">
        <p:scale>
          <a:sx n="87" d="100"/>
          <a:sy n="87" d="100"/>
        </p:scale>
        <p:origin x="3984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2832BF-0A3B-FF47-A501-611A942EED0D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7C9A52-8EF5-0E4E-BEC3-ACF1519C3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476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C9A52-8EF5-0E4E-BEC3-ACF1519C391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477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987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639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644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672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222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773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95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338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413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343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303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889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21313763-CFEB-D2D9-BFBD-2C9FAF76D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816" y="156191"/>
            <a:ext cx="5868772" cy="392165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6A43561-AB39-92C7-0BCA-D6B3699A5C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277" y="3554361"/>
            <a:ext cx="2875523" cy="2647143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64520A97-997C-F989-3384-FE0602EF530C}"/>
              </a:ext>
            </a:extLst>
          </p:cNvPr>
          <p:cNvSpPr txBox="1"/>
          <p:nvPr/>
        </p:nvSpPr>
        <p:spPr>
          <a:xfrm>
            <a:off x="3665233" y="4159041"/>
            <a:ext cx="664156" cy="30777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u="sng" dirty="0">
                <a:latin typeface="Calibri" charset="0"/>
                <a:ea typeface="Calibri" charset="0"/>
                <a:cs typeface="Calibri" charset="0"/>
              </a:rPr>
              <a:t>Vertex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7EB3F4B-8510-510E-D313-C7655FE05014}"/>
              </a:ext>
            </a:extLst>
          </p:cNvPr>
          <p:cNvSpPr txBox="1"/>
          <p:nvPr/>
        </p:nvSpPr>
        <p:spPr>
          <a:xfrm>
            <a:off x="4523076" y="4159041"/>
            <a:ext cx="539187" cy="30777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u="sng" dirty="0">
                <a:latin typeface="Calibri" charset="0"/>
                <a:ea typeface="Calibri" charset="0"/>
                <a:cs typeface="Calibri" charset="0"/>
              </a:rPr>
              <a:t>Edge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6098A33-ABBE-1894-2CC4-B38FF6A68022}"/>
              </a:ext>
            </a:extLst>
          </p:cNvPr>
          <p:cNvSpPr txBox="1"/>
          <p:nvPr/>
        </p:nvSpPr>
        <p:spPr>
          <a:xfrm>
            <a:off x="5411788" y="4159041"/>
            <a:ext cx="514756" cy="30777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u="sng" dirty="0">
                <a:latin typeface="Calibri" charset="0"/>
                <a:ea typeface="Calibri" charset="0"/>
                <a:cs typeface="Calibri" charset="0"/>
              </a:rPr>
              <a:t>Face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9D60F8B-44D5-1935-60A3-B630E53EAE18}"/>
              </a:ext>
            </a:extLst>
          </p:cNvPr>
          <p:cNvSpPr txBox="1"/>
          <p:nvPr/>
        </p:nvSpPr>
        <p:spPr>
          <a:xfrm>
            <a:off x="5323637" y="5701450"/>
            <a:ext cx="770724" cy="30777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u="sng" dirty="0">
                <a:latin typeface="Calibri" charset="0"/>
                <a:ea typeface="Calibri" charset="0"/>
                <a:cs typeface="Calibri" charset="0"/>
              </a:rPr>
              <a:t>Internal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6A73BB2-C001-35CC-D1B1-E1C03272C255}"/>
              </a:ext>
            </a:extLst>
          </p:cNvPr>
          <p:cNvSpPr txBox="1"/>
          <p:nvPr/>
        </p:nvSpPr>
        <p:spPr>
          <a:xfrm>
            <a:off x="3714090" y="4431063"/>
            <a:ext cx="609462" cy="1446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100" b="1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A   1</a:t>
            </a:r>
          </a:p>
          <a:p>
            <a:r>
              <a:rPr lang="en-US" sz="1100" b="1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B   3</a:t>
            </a:r>
          </a:p>
          <a:p>
            <a:r>
              <a:rPr lang="en-US" sz="1100" b="1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C  21</a:t>
            </a:r>
          </a:p>
          <a:p>
            <a:r>
              <a:rPr lang="en-US" sz="1100" b="1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D  19</a:t>
            </a:r>
          </a:p>
          <a:p>
            <a:r>
              <a:rPr lang="en-US" sz="1100" b="1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E   7</a:t>
            </a:r>
          </a:p>
          <a:p>
            <a:r>
              <a:rPr lang="en-US" sz="1100" b="1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F   9</a:t>
            </a:r>
          </a:p>
          <a:p>
            <a:r>
              <a:rPr lang="en-US" sz="1100" b="1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G  27</a:t>
            </a:r>
          </a:p>
          <a:p>
            <a:r>
              <a:rPr lang="en-US" sz="1100" b="1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H  25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CD1E5BC-9D4E-CDB4-BE17-EB49C8AB2764}"/>
              </a:ext>
            </a:extLst>
          </p:cNvPr>
          <p:cNvSpPr txBox="1"/>
          <p:nvPr/>
        </p:nvSpPr>
        <p:spPr>
          <a:xfrm>
            <a:off x="4407030" y="4431063"/>
            <a:ext cx="779381" cy="212365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100" b="1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FG  18</a:t>
            </a:r>
          </a:p>
          <a:p>
            <a:r>
              <a:rPr lang="en-US" sz="1100" b="1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AD  10</a:t>
            </a:r>
          </a:p>
          <a:p>
            <a:r>
              <a:rPr lang="en-US" sz="1100" b="1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HG  26</a:t>
            </a:r>
          </a:p>
          <a:p>
            <a:r>
              <a:rPr lang="en-US" sz="1100" b="1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AB   2</a:t>
            </a:r>
          </a:p>
          <a:p>
            <a:r>
              <a:rPr lang="en-US" sz="1100" b="1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GC  24</a:t>
            </a:r>
          </a:p>
          <a:p>
            <a:r>
              <a:rPr lang="en-US" sz="1100" b="1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EA  14</a:t>
            </a:r>
          </a:p>
          <a:p>
            <a:r>
              <a:rPr lang="en-US" sz="1100" b="1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BC  12</a:t>
            </a:r>
          </a:p>
          <a:p>
            <a:r>
              <a:rPr lang="en-US" sz="1100" b="1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EH  16 </a:t>
            </a:r>
          </a:p>
          <a:p>
            <a:r>
              <a:rPr lang="en-US" sz="1100" b="1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FE   8</a:t>
            </a:r>
          </a:p>
          <a:p>
            <a:r>
              <a:rPr lang="en-US" sz="1100" b="1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CD  20</a:t>
            </a:r>
          </a:p>
          <a:p>
            <a:r>
              <a:rPr lang="en-US" sz="1100" b="1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FB   6</a:t>
            </a:r>
          </a:p>
          <a:p>
            <a:r>
              <a:rPr lang="en-US" sz="1100" b="1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HD  22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13FDA1D-36E0-D161-C942-C9E95C34B7CB}"/>
              </a:ext>
            </a:extLst>
          </p:cNvPr>
          <p:cNvSpPr txBox="1"/>
          <p:nvPr/>
        </p:nvSpPr>
        <p:spPr>
          <a:xfrm>
            <a:off x="5323637" y="4431063"/>
            <a:ext cx="864339" cy="11079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100" b="1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EHDA  13</a:t>
            </a:r>
          </a:p>
          <a:p>
            <a:r>
              <a:rPr lang="en-US" sz="1100" b="1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FGCB  15</a:t>
            </a:r>
          </a:p>
          <a:p>
            <a:r>
              <a:rPr lang="en-US" sz="1100" b="1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BADC  11</a:t>
            </a:r>
          </a:p>
          <a:p>
            <a:r>
              <a:rPr lang="en-US" sz="1100" b="1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FEHG  17</a:t>
            </a:r>
          </a:p>
          <a:p>
            <a:r>
              <a:rPr lang="en-US" sz="1100" b="1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FEAB  15</a:t>
            </a:r>
          </a:p>
          <a:p>
            <a:r>
              <a:rPr lang="en-US" sz="1100" b="1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GHDC  23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C1E5583-04BE-F361-094F-931393CCFC4E}"/>
              </a:ext>
            </a:extLst>
          </p:cNvPr>
          <p:cNvSpPr txBox="1"/>
          <p:nvPr/>
        </p:nvSpPr>
        <p:spPr>
          <a:xfrm>
            <a:off x="5531707" y="5986628"/>
            <a:ext cx="354584" cy="26161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100" b="1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14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455F9F0-B9A0-95EA-FA89-288E57425EDB}"/>
              </a:ext>
            </a:extLst>
          </p:cNvPr>
          <p:cNvSpPr txBox="1"/>
          <p:nvPr/>
        </p:nvSpPr>
        <p:spPr>
          <a:xfrm>
            <a:off x="4323552" y="3708514"/>
            <a:ext cx="1146468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u="sng" dirty="0">
                <a:latin typeface="Calibri" charset="0"/>
                <a:ea typeface="Calibri" charset="0"/>
                <a:cs typeface="Calibri" charset="0"/>
              </a:rPr>
              <a:t>Node Sets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8D076C6-E4B3-02FA-D467-0243E7E59765}"/>
              </a:ext>
            </a:extLst>
          </p:cNvPr>
          <p:cNvSpPr txBox="1"/>
          <p:nvPr/>
        </p:nvSpPr>
        <p:spPr>
          <a:xfrm>
            <a:off x="4007837" y="3994126"/>
            <a:ext cx="1768433" cy="24622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000" dirty="0">
                <a:latin typeface="Calibri" charset="0"/>
                <a:ea typeface="Calibri" charset="0"/>
                <a:cs typeface="Calibri" charset="0"/>
              </a:rPr>
              <a:t>(A node can appear only once)</a:t>
            </a:r>
          </a:p>
        </p:txBody>
      </p:sp>
    </p:spTree>
    <p:extLst>
      <p:ext uri="{BB962C8B-B14F-4D97-AF65-F5344CB8AC3E}">
        <p14:creationId xmlns:p14="http://schemas.microsoft.com/office/powerpoint/2010/main" val="2854967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68</Words>
  <Application>Microsoft Macintosh PowerPoint</Application>
  <PresentationFormat>Letter Paper (8.5x11 in)</PresentationFormat>
  <Paragraphs>34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Courier New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Robert Dodds</dc:creator>
  <cp:lastModifiedBy>Robert Dodds</cp:lastModifiedBy>
  <cp:revision>24</cp:revision>
  <cp:lastPrinted>2012-01-02T14:21:26Z</cp:lastPrinted>
  <dcterms:created xsi:type="dcterms:W3CDTF">2010-12-05T03:52:43Z</dcterms:created>
  <dcterms:modified xsi:type="dcterms:W3CDTF">2025-12-23T03:59:23Z</dcterms:modified>
</cp:coreProperties>
</file>